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Vehicle Fuel Efficiency</a:t>
            </a:r>
            <a:br/>
            <a:r>
              <a:t>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ML-Based MPG Prediction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🚗 Predicts fuel efficiency (Miles Per Gallon) of vehicles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Uses Machine Learning models trained on Auto MPG dataset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🌐 Interactive Flask web application for easy predictions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💾 Historical data storage and comparison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⚡ Real-time predictions with data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Predictive Model: Linear Regression/Random Forest for MPG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Web Interface: Interactive dashboard for data input and results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Vehicle Comparison: Compare fuel efficiency between vehicles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Prediction History: Track all previous predictions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Data Visualization: Charts and graphs for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Multi-origin Support: Analyze vehicles from different regions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🐍 Backend: Python with Flask framework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🎨 Frontend: HTML, CSS, JavaScript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🤖 ML Library: Scikit-learn for model training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📦 Database: SQLite for prediction history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Data Processing: Pandas &amp; NumPy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☁️ Deployment: Render.com (Cloud Hosting)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Dataset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📁 Dataset: Auto MPG (auto-mpg.csv)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📈 Features: Cylinders, Displacement, Horsepower, Weight, Acceleration, Model Year, Origin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🎯 Target Variable: Miles Per Gallon (MPG)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Total Records: 398 vehicles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🗓️ Time Period: 1970-1982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🌍 Origins: USA, Europe, Japan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1️⃣ Data Loading: Import and normalize vehicle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2️⃣ Feature Scaling: StandardScaler for consistent input ranges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3️⃣ Model Training: Trained on 80% of dataset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4️⃣ Validation: Tested on 20% remaining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5️⃣ Prediction Pipeline: Real-time inference on web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🔄 User Input: Enter vehicle specifications (cylinders, horsepower, weight,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⚙️ Processing: Data is normalized using trained scaler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🤖 Prediction: ML model predicts fuel efficiency (MPG)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Results: Display prediction with historical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💾 Storage: Save prediction to database for future reference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📈 Analytics: View trends and compare with other vehicles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Application Routes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/ - Home Page: Main dashboard with prediction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/predict - Prediction Endpoint: Process vehicle data and return MPG estimate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/compare - Comparison Tool: Compare fuel efficiency across vehicles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/history - Prediction History: View all previous predictions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/api/* - REST API: Programmatic access to predictions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Benefits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🚙 Consumers: Estimate fuel costs before purchasing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🏭 Manufacturers: Optimize vehicle designs for 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Analysts: Understand factors affecting fuel efficiency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🎓 Students: Learn ML and web development concepts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💰 Cost Savings: Help reduce transportation expenses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🔮 Advanced Models: Integrate Neural Networks and XGBoost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🌍 Expanded Dataset: Include modern vehicles (2000-2024)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📱 Mobile App: Create responsive mobile 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🔔 Notifications: Alert users about vehicle efficiency changes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🔗 API Integration: Connect with vehicle databases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📈 Advanced Analytics: Real-time market trend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417D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✨ Effective ML solution for fuel efficiency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🎯 User-friendly web interface for accessibility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Actionable insights from data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🚀 Scalable architecture for future expansion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💡 Combines technology and practical transportation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